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Trastbank vs Ipak Yo‘li Bank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Yillik daromadlar taqqoslov prezentatsiyasi (2023-2024)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Umumiy Ma’lumot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📌 Trastbank:</a:t>
            </a:r>
            <a:endParaRPr sz="2800"/>
          </a:p>
          <a:p>
            <a:r>
              <a:rPr sz="2800"/>
              <a:t>- Tashkil topgan yil: 1994</a:t>
            </a:r>
            <a:endParaRPr sz="2800"/>
          </a:p>
          <a:p>
            <a:r>
              <a:rPr sz="2800"/>
              <a:t>- Bosh ofis: Toshkent, Shayxontohur tumani</a:t>
            </a:r>
            <a:endParaRPr sz="2800"/>
          </a:p>
          <a:p>
            <a:r>
              <a:rPr sz="2800"/>
              <a:t>- Bank turi: Xususiy aksiyadorlik banki</a:t>
            </a:r>
            <a:endParaRPr sz="2800"/>
          </a:p>
          <a:p>
            <a:endParaRPr sz="2800"/>
          </a:p>
          <a:p>
            <a:r>
              <a:rPr sz="2800"/>
              <a:t>📌 Ipak Yo‘li Banki:</a:t>
            </a:r>
            <a:endParaRPr sz="2800"/>
          </a:p>
          <a:p>
            <a:r>
              <a:rPr sz="2800"/>
              <a:t>- Tashkil topgan yil: 1990</a:t>
            </a:r>
            <a:endParaRPr sz="2800"/>
          </a:p>
          <a:p>
            <a:r>
              <a:rPr sz="2800"/>
              <a:t>- Bosh ofis: Toshkent, Yunusobod tumani</a:t>
            </a:r>
            <a:endParaRPr sz="2800"/>
          </a:p>
          <a:p>
            <a:r>
              <a:rPr sz="2800"/>
              <a:t>- Bank turi: Xususiy aksiyadorlik innovatsion bank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Moliyaviy Ko‘rsatkichlar (2023-2024)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Ipak Yo‘li Banki (2024 1-chorak):</a:t>
            </a:r>
          </a:p>
          <a:p>
            <a:r>
              <a:t>- Sof foyda: 232,4 mlrd so‘m</a:t>
            </a:r>
          </a:p>
          <a:p>
            <a:r>
              <a:t>- Foiz daromadlari: 905 mlrd so‘m (61% o‘sish)</a:t>
            </a:r>
          </a:p>
          <a:p>
            <a:r>
              <a:t>- Foizsiz daromadlar: 448,5 mlrd so‘m (35% o‘sish)</a:t>
            </a:r>
          </a:p>
          <a:p/>
          <a:p>
            <a:r>
              <a:t>📊 Trastbank (2023):</a:t>
            </a:r>
          </a:p>
          <a:p>
            <a:r>
              <a:t>- Kapital rentabelligi: 43,48%</a:t>
            </a:r>
          </a:p>
          <a:p>
            <a:r>
              <a:t>- Aktivlar rentabelligi: 9,5%</a:t>
            </a:r>
          </a:p>
          <a:p>
            <a:r>
              <a:t>- Sof foyda haqida aniq ma’lumot ochiq manbalarda mavjud 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Ipak Yo‘li Banki: 2024 yil 1-choragida foyda va daromadlarda sezilarli o‘sishga erishdi</a:t>
            </a:r>
          </a:p>
          <a:p>
            <a:r>
              <a:t>- Trastbank: Rentabellik ko‘rsatkichlari yuqori, lekin aniq sof foyda ko‘rsatkichi ochiq emas</a:t>
            </a:r>
          </a:p>
          <a:p>
            <a:r>
              <a:t>- Ipak Yo‘li Banki moliyaviy ochiqlik va o‘sish bo‘yicha ustunlikka 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WPS Presentation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Apple Color Emoji</vt:lpstr>
      <vt:lpstr>汉仪书宋二KW</vt:lpstr>
      <vt:lpstr>Office Theme</vt:lpstr>
      <vt:lpstr>Trastbank vs Ipak Yo‘li Bank</vt:lpstr>
      <vt:lpstr>Umumiy Ma’lumot</vt:lpstr>
      <vt:lpstr>Moliyaviy Ko‘rsatkichlar (2023-2024)</vt:lpstr>
      <vt:lpstr>Xulosa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Nodirbek Iskandarov</cp:lastModifiedBy>
  <cp:revision>2</cp:revision>
  <dcterms:created xsi:type="dcterms:W3CDTF">2025-04-09T17:50:41Z</dcterms:created>
  <dcterms:modified xsi:type="dcterms:W3CDTF">2025-04-09T17:50:41Z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443641BA61E8B2C171B3F667644F4D86_43</vt:lpwstr>
  </property>
  <property fmtid="{D5CDD505-2E9C-101B-9397-08002B2CF9AE}" pid="3" name="KSOProductBuildVer">
    <vt:lpwstr>1033-6.11.0.8615</vt:lpwstr>
  </property>
</Properties>
</file>